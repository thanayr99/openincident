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OpenIncident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Hackathon Final Pitch | OpenEnv + Multi-Agent Incident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Production incidents are partially observable and high-stakes.</a:t>
            </a:r>
          </a:p>
          <a:p>
            <a:pPr/>
            <a:r>
              <a:t>Current agents often fail on long-horizon recovery and closure discipline.</a:t>
            </a:r>
          </a:p>
          <a:p>
            <a:pPr/>
            <a:r>
              <a:t>We need environments that teach investigate -&gt; diagnose -&gt; fix -&gt; resolve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OpenEnv-compatible environment: ProductionIncidentEnv.</a:t>
            </a:r>
          </a:p>
          <a:p>
            <a:pPr/>
            <a:r>
              <a:t>Multi-agent system around reliability workflow (Planner, Testers, Observability, Triage, Guardian, Oversight).</a:t>
            </a:r>
          </a:p>
          <a:p>
            <a:pPr/>
            <a:r>
              <a:t>Trainable reliability policy with measurable before/after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Story (Judge-Friendly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Operator creates project and submits user stories/test cases.</a:t>
            </a:r>
          </a:p>
          <a:p>
            <a:pPr/>
            <a:r>
              <a:t>Planner routes work to Frontend/API/Database + Observability.</a:t>
            </a:r>
          </a:p>
          <a:p>
            <a:pPr/>
            <a:r>
              <a:t>Reliability Agent handles incident loop with evidence from other agents.</a:t>
            </a:r>
          </a:p>
          <a:p>
            <a:pPr/>
            <a:r>
              <a:t>Triage summarizes root-cause likelihood, Guardian gates release, Oversight audits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and Action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State includes logs, metrics, traces, deploy context, config, code, reliability signals.</a:t>
            </a:r>
          </a:p>
          <a:p>
            <a:pPr/>
            <a:r>
              <a:t>Actions: inspect_*, identify_root_cause, apply_fix, rollback/restart/scale, add_monitor, resolve_incident.</a:t>
            </a:r>
          </a:p>
          <a:p>
            <a:pPr/>
            <a:r>
              <a:t>Modes: deterministic (sanity) and stochastic (hard, judge-facing).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Reward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Positive: evidence-based diagnosis, correct mitigation, restored service, clean closure.</a:t>
            </a:r>
          </a:p>
          <a:p>
            <a:pPr/>
            <a:r>
              <a:t>Negative: premature fixes, unsafe/no-op actions, closure without restoration/verification.</a:t>
            </a:r>
          </a:p>
          <a:p>
            <a:pPr/>
            <a:r>
              <a:t>Goal: avoid shortcut gaming and reward operationally correct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Two Evidence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3035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RL Behavior Evidence</a:t>
            </a:r>
          </a:p>
          <a:p>
            <a:pPr/>
            <a:r>
              <a:t>Baseline success rate: 0.00%</a:t>
            </a:r>
          </a:p>
          <a:p>
            <a:pPr/>
            <a:r>
              <a:t>Trained success rate: 33.33%</a:t>
            </a:r>
          </a:p>
          <a:p>
            <a:pPr/>
            <a:r>
              <a:t>Root-cause rate: 63.33%</a:t>
            </a:r>
          </a:p>
          <a:p>
            <a:pPr/>
            <a:r>
              <a:t>Restore rate: 43.33%</a:t>
            </a:r>
          </a:p>
          <a:p>
            <a:pPr/>
            <a:r>
              <a:t>Closure gap (trained): 10.00%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280160"/>
            <a:ext cx="6217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HF TRL Pipeline Evidence</a:t>
            </a:r>
          </a:p>
          <a:p>
            <a:pPr/>
            <a:r>
              <a:t>Train samples: 269</a:t>
            </a:r>
          </a:p>
          <a:p>
            <a:pPr/>
            <a:r>
              <a:t>Train loss: 10.820884760688333</a:t>
            </a:r>
          </a:p>
          <a:p>
            <a:pPr/>
            <a:r>
              <a:t>Train runtime: 33.4911 s</a:t>
            </a:r>
          </a:p>
          <a:p>
            <a:pPr/>
            <a:r>
              <a:t>Model: sshleifer/tiny-gpt2</a:t>
            </a:r>
          </a:p>
          <a:p>
            <a:pPr/>
            <a:r>
              <a:t>This satisfies the minimal HF TRL training-path requirement.</a:t>
            </a:r>
          </a:p>
        </p:txBody>
      </p:sp>
      <p:pic>
        <p:nvPicPr>
          <p:cNvPr id="5" name="Picture 4" descr="medium_epsilon_rew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657600"/>
            <a:ext cx="59436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Successful Trajectory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inspect_config -&gt; identify_root_cause -&gt; inspect_traces -&gt; identify_root_cause -&gt; apply_fix -&gt; apply_fix -&gt; apply_fix -&gt; apply_fix -&gt; inspect_logs -&gt; resolve_incident</a:t>
            </a:r>
          </a:p>
          <a:p>
            <a:pPr/>
            <a:r>
              <a:t>Interpretation: the policy gathers evidence before closure in stochastic mode.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Plan (90 seconds)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Show HF Space summary + key metrics cards.</a:t>
            </a:r>
          </a:p>
          <a:p>
            <a:pPr/>
            <a:r>
              <a:t>2) Show reward curve and JSON artifacts from one fixed run.</a:t>
            </a:r>
          </a:p>
          <a:p>
            <a:pPr/>
            <a:r>
              <a:t>3) Show Colab command for reproducible RL + HF TRL execution.</a:t>
            </a:r>
          </a:p>
          <a:p>
            <a:pPr/>
            <a:r>
              <a:t>4) End with realistic caveat and next roadmap.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GitHub: https://github.com/thanayr99/OpenIncident</a:t>
            </a:r>
          </a:p>
          <a:p>
            <a:pPr/>
            <a:r>
              <a:t>HF Space: https://thanayr-openincident.hf.space</a:t>
            </a:r>
          </a:p>
          <a:p>
            <a:pPr/>
            <a:r>
              <a:t>Colab: https://colab.research.google.com/drive/1R4IrMr5nIKm7lZfbI08EP9ijkUgF7fxH?usp=sharing</a:t>
            </a:r>
          </a:p>
          <a:p>
            <a:pPr/>
            <a:r>
              <a:t>Final Judge Story: README_HACKATHON_FINAL.md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